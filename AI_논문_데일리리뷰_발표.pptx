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8"/>
    <p:restoredTop sz="94668"/>
  </p:normalViewPr>
  <p:slideViewPr>
    <p:cSldViewPr snapToGrid="0" snapToObjects="1">
      <p:cViewPr varScale="1">
        <p:scale>
          <a:sx n="69" d="100"/>
          <a:sy n="69" d="100"/>
        </p:scale>
        <p:origin x="232" y="2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AI 논문 데일리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C3F7"/>
                </a:solidFill>
              </a:rPr>
              <a:t>자동화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 err="1">
                <a:solidFill>
                  <a:srgbClr val="B0BEC5"/>
                </a:solidFill>
              </a:rPr>
              <a:t>매일</a:t>
            </a:r>
            <a:r>
              <a:rPr sz="2200" b="0" dirty="0">
                <a:solidFill>
                  <a:srgbClr val="B0BEC5"/>
                </a:solidFill>
              </a:rPr>
              <a:t> </a:t>
            </a:r>
            <a:r>
              <a:rPr sz="2200" b="0" dirty="0" err="1">
                <a:solidFill>
                  <a:srgbClr val="B0BEC5"/>
                </a:solidFill>
              </a:rPr>
              <a:t>아침</a:t>
            </a:r>
            <a:r>
              <a:rPr sz="2200" b="0" dirty="0">
                <a:solidFill>
                  <a:srgbClr val="B0BEC5"/>
                </a:solidFill>
              </a:rPr>
              <a:t>, AI </a:t>
            </a:r>
            <a:r>
              <a:rPr lang="ko-KR" altLang="en-US" sz="2200" b="0" dirty="0">
                <a:solidFill>
                  <a:srgbClr val="B0BEC5"/>
                </a:solidFill>
              </a:rPr>
              <a:t>핫 </a:t>
            </a:r>
            <a:r>
              <a:rPr sz="2200" b="0" dirty="0" err="1">
                <a:solidFill>
                  <a:srgbClr val="B0BEC5"/>
                </a:solidFill>
              </a:rPr>
              <a:t>논문</a:t>
            </a:r>
            <a:r>
              <a:rPr sz="2200" b="0" dirty="0">
                <a:solidFill>
                  <a:srgbClr val="B0BEC5"/>
                </a:solidFill>
              </a:rPr>
              <a:t> 3편이 </a:t>
            </a:r>
            <a:r>
              <a:rPr sz="2200" b="0" dirty="0" err="1">
                <a:solidFill>
                  <a:srgbClr val="B0BEC5"/>
                </a:solidFill>
              </a:rPr>
              <a:t>내</a:t>
            </a:r>
            <a:r>
              <a:rPr sz="2200" b="0" dirty="0">
                <a:solidFill>
                  <a:srgbClr val="B0BEC5"/>
                </a:solidFill>
              </a:rPr>
              <a:t> </a:t>
            </a:r>
            <a:r>
              <a:rPr sz="2200" b="0" dirty="0" err="1">
                <a:solidFill>
                  <a:srgbClr val="B0BEC5"/>
                </a:solidFill>
              </a:rPr>
              <a:t>메일함에</a:t>
            </a:r>
            <a:r>
              <a:rPr sz="2200" b="0" dirty="0">
                <a:solidFill>
                  <a:srgbClr val="B0BEC5"/>
                </a:solidFill>
              </a:rPr>
              <a:t> </a:t>
            </a:r>
            <a:r>
              <a:rPr sz="2200" b="0" dirty="0" err="1">
                <a:solidFill>
                  <a:srgbClr val="B0BEC5"/>
                </a:solidFill>
              </a:rPr>
              <a:t>도착한다</a:t>
            </a:r>
            <a:endParaRPr sz="2200" b="0" dirty="0">
              <a:solidFill>
                <a:srgbClr val="B0BEC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EC5"/>
                </a:solidFill>
              </a:rPr>
              <a:t>kimheekyoung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</a:rPr>
              <a:t>😓 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논문이 너무 많고, 너무 어렵다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218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매일 수백 편의 AI 논문이 쏟아진다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276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27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논문 1편 읽는 데 평균 2~3시간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064240" cy="82296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0335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3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영어 전문 용어 → 이해하기 어렵다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393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39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바쁜 일상 속 논문 읽을 시간이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1E6D9"/>
                </a:solidFill>
              </a:rPr>
              <a:t>💡  해결책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매일 오전 9시, 자동으로 배달되는 논문 리뷰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685800" cy="777240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64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오늘 가장 핫한 AI 논문 3편 자동 수집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685800" cy="777240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565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논문 전문을 AI가 직접 읽는다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685800" cy="777240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166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고등학생도 이해할 수 있게 쉽게 정리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685800" cy="777240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768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아침에 일어나면 메일함에 도착!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전체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838" y="1371600"/>
            <a:ext cx="2377440" cy="20116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5838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🌐 HuggingFace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838" y="228600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0D1B2A"/>
                </a:solidFill>
              </a:rPr>
              <a:t>트렌딩</a:t>
            </a:r>
            <a:r>
              <a:rPr sz="1600" b="0" dirty="0">
                <a:solidFill>
                  <a:srgbClr val="0D1B2A"/>
                </a:solidFill>
              </a:rPr>
              <a:t> </a:t>
            </a:r>
            <a:r>
              <a:rPr sz="1600" b="0" dirty="0" err="1">
                <a:solidFill>
                  <a:srgbClr val="0D1B2A"/>
                </a:solidFill>
              </a:rPr>
              <a:t>논문</a:t>
            </a:r>
            <a:r>
              <a:rPr sz="1600" b="0" dirty="0">
                <a:solidFill>
                  <a:srgbClr val="0D1B2A"/>
                </a:solidFill>
              </a:rPr>
              <a:t> </a:t>
            </a:r>
            <a:r>
              <a:rPr sz="1600" b="0" dirty="0" err="1">
                <a:solidFill>
                  <a:srgbClr val="0D1B2A"/>
                </a:solidFill>
              </a:rPr>
              <a:t>수집</a:t>
            </a:r>
            <a:endParaRPr lang="en-US" sz="1600" b="0" dirty="0">
              <a:solidFill>
                <a:srgbClr val="0D1B2A"/>
              </a:solidFill>
            </a:endParaRPr>
          </a:p>
          <a:p>
            <a:pPr algn="ctr"/>
            <a:r>
              <a:rPr lang="en-US" altLang="ko-KR" sz="1600" dirty="0">
                <a:solidFill>
                  <a:srgbClr val="0D1B2A"/>
                </a:solidFill>
              </a:rPr>
              <a:t>(</a:t>
            </a:r>
            <a:r>
              <a:rPr lang="en-US" altLang="ko-KR" sz="1600" dirty="0" err="1">
                <a:solidFill>
                  <a:srgbClr val="0D1B2A"/>
                </a:solidFill>
              </a:rPr>
              <a:t>daily_papers</a:t>
            </a:r>
            <a:r>
              <a:rPr lang="en-US" altLang="ko-KR" sz="1600" dirty="0">
                <a:solidFill>
                  <a:srgbClr val="0D1B2A"/>
                </a:solidFill>
              </a:rPr>
              <a:t>)</a:t>
            </a:r>
            <a:endParaRPr sz="1600" b="0" dirty="0">
              <a:solidFill>
                <a:srgbClr val="0D1B2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20446" y="2240280"/>
            <a:ext cx="321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9116" y="1371600"/>
            <a:ext cx="2377440" cy="2011680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9116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📖 Jina Reader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9116" y="228600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0D1B2A"/>
                </a:solidFill>
              </a:rPr>
              <a:t>논문</a:t>
            </a:r>
            <a:r>
              <a:rPr sz="1600" b="0" dirty="0">
                <a:solidFill>
                  <a:srgbClr val="0D1B2A"/>
                </a:solidFill>
              </a:rPr>
              <a:t> </a:t>
            </a:r>
            <a:r>
              <a:rPr sz="1600" b="0" dirty="0" err="1">
                <a:solidFill>
                  <a:srgbClr val="0D1B2A"/>
                </a:solidFill>
              </a:rPr>
              <a:t>전문</a:t>
            </a:r>
            <a:r>
              <a:rPr sz="1600" b="0" dirty="0">
                <a:solidFill>
                  <a:srgbClr val="0D1B2A"/>
                </a:solidFill>
              </a:rPr>
              <a:t> fetch</a:t>
            </a:r>
            <a:endParaRPr lang="en-US" sz="1600" dirty="0">
              <a:solidFill>
                <a:srgbClr val="0D1B2A"/>
              </a:solidFill>
            </a:endParaRPr>
          </a:p>
          <a:p>
            <a:pPr algn="ctr"/>
            <a:r>
              <a:rPr lang="en-US" altLang="ko-KR" sz="1600" b="0" dirty="0">
                <a:solidFill>
                  <a:srgbClr val="0D1B2A"/>
                </a:solidFill>
              </a:rPr>
              <a:t>(</a:t>
            </a:r>
            <a:r>
              <a:rPr lang="en-US" altLang="ko-KR" sz="1600" dirty="0">
                <a:solidFill>
                  <a:srgbClr val="0D1B2A"/>
                </a:solidFill>
              </a:rPr>
              <a:t>PDF -&gt; Text)</a:t>
            </a:r>
            <a:endParaRPr sz="1600" b="0" dirty="0">
              <a:solidFill>
                <a:srgbClr val="0D1B2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33724" y="2240280"/>
            <a:ext cx="321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2395" y="1371600"/>
            <a:ext cx="2377440" cy="2011680"/>
          </a:xfrm>
          <a:prstGeom prst="rect">
            <a:avLst/>
          </a:prstGeom>
          <a:solidFill>
            <a:srgbClr val="FFD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2395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🤖 GitHub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395" y="2286000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0D1B2A"/>
                </a:solidFill>
              </a:rPr>
              <a:t>AI </a:t>
            </a:r>
            <a:r>
              <a:rPr sz="1600" b="0" dirty="0" err="1">
                <a:solidFill>
                  <a:srgbClr val="0D1B2A"/>
                </a:solidFill>
              </a:rPr>
              <a:t>리뷰</a:t>
            </a:r>
            <a:r>
              <a:rPr sz="1600" b="0" dirty="0">
                <a:solidFill>
                  <a:srgbClr val="0D1B2A"/>
                </a:solidFill>
              </a:rPr>
              <a:t> </a:t>
            </a:r>
            <a:r>
              <a:rPr sz="1600" b="0" dirty="0" err="1">
                <a:solidFill>
                  <a:srgbClr val="0D1B2A"/>
                </a:solidFill>
              </a:rPr>
              <a:t>생성</a:t>
            </a:r>
            <a:endParaRPr lang="en-US" sz="1600" b="0" dirty="0">
              <a:solidFill>
                <a:srgbClr val="0D1B2A"/>
              </a:solidFill>
            </a:endParaRPr>
          </a:p>
          <a:p>
            <a:pPr algn="ctr"/>
            <a:r>
              <a:rPr lang="en-US" altLang="ko-KR" sz="1600" dirty="0">
                <a:solidFill>
                  <a:srgbClr val="0D1B2A"/>
                </a:solidFill>
              </a:rPr>
              <a:t>(gpt-4o-mini)</a:t>
            </a:r>
            <a:endParaRPr sz="1600" b="0" dirty="0">
              <a:solidFill>
                <a:srgbClr val="0D1B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47002" y="2240280"/>
            <a:ext cx="321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5673" y="1371600"/>
            <a:ext cx="2377440" cy="2011680"/>
          </a:xfrm>
          <a:prstGeom prst="rect">
            <a:avLst/>
          </a:prstGeom>
          <a:solidFill>
            <a:srgbClr val="FC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75673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📧 Gmail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5673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1B2A"/>
                </a:solidFill>
              </a:rPr>
              <a:t>이메일 발송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1064240" cy="7315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FC3F7"/>
                </a:solidFill>
              </a:rPr>
              <a:t>⏰  매일 00:00 UTC (오전 9시 KST)  GitHub Actions가 자동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54"/>
                </a:solidFill>
              </a:rPr>
              <a:t>한 번 설정하면 → 매일 자동으로 동작!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FC3F7"/>
                </a:solidFill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🌐  트렌딩 논문 수집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008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</a:rPr>
              <a:t>출처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00860"/>
            <a:ext cx="89611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 err="1">
                <a:solidFill>
                  <a:srgbClr val="FFFFFF"/>
                </a:solidFill>
              </a:rPr>
              <a:t>HuggingFace</a:t>
            </a:r>
            <a:r>
              <a:rPr sz="1900" b="0" dirty="0">
                <a:solidFill>
                  <a:srgbClr val="FFFFFF"/>
                </a:solidFill>
              </a:rPr>
              <a:t> Daily Papers (</a:t>
            </a:r>
            <a:r>
              <a:rPr sz="1900" b="0" dirty="0" err="1">
                <a:solidFill>
                  <a:srgbClr val="FFFFFF"/>
                </a:solidFill>
              </a:rPr>
              <a:t>huggingface.co</a:t>
            </a:r>
            <a:r>
              <a:rPr sz="1900" b="0" dirty="0">
                <a:solidFill>
                  <a:srgbClr val="FFFFFF"/>
                </a:solidFill>
              </a:rPr>
              <a:t>/papers)</a:t>
            </a:r>
            <a:r>
              <a:rPr lang="en-US" sz="1900" b="0" dirty="0">
                <a:solidFill>
                  <a:srgbClr val="FFFFFF"/>
                </a:solidFill>
              </a:rPr>
              <a:t> - &gt; </a:t>
            </a:r>
            <a:r>
              <a:rPr lang="en-US" sz="1900" dirty="0" err="1">
                <a:solidFill>
                  <a:srgbClr val="FFFFFF"/>
                </a:solidFill>
              </a:rPr>
              <a:t>arxiv</a:t>
            </a:r>
            <a:r>
              <a:rPr lang="ko-KR" altLang="en-US" sz="1900" dirty="0">
                <a:solidFill>
                  <a:srgbClr val="FFFFFF"/>
                </a:solidFill>
              </a:rPr>
              <a:t> </a:t>
            </a:r>
            <a:r>
              <a:rPr lang="en-US" altLang="ko-KR" sz="1900" dirty="0">
                <a:solidFill>
                  <a:srgbClr val="FFFFFF"/>
                </a:solidFill>
              </a:rPr>
              <a:t>ID</a:t>
            </a:r>
            <a:r>
              <a:rPr lang="ko-KR" altLang="en-US" sz="1900" dirty="0">
                <a:solidFill>
                  <a:srgbClr val="FFFFFF"/>
                </a:solidFill>
              </a:rPr>
              <a:t>  </a:t>
            </a:r>
            <a:r>
              <a:rPr lang="en-US" altLang="ko-KR" sz="1900" dirty="0">
                <a:solidFill>
                  <a:srgbClr val="FFFFFF"/>
                </a:solidFill>
              </a:rPr>
              <a:t> </a:t>
            </a:r>
            <a:r>
              <a:rPr lang="en-US" sz="1900" b="0" dirty="0">
                <a:solidFill>
                  <a:srgbClr val="FFFFFF"/>
                </a:solidFill>
              </a:rPr>
              <a:t> </a:t>
            </a:r>
            <a:endParaRPr sz="1900" b="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152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</a:rPr>
              <a:t>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15260"/>
            <a:ext cx="89611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 err="1">
                <a:solidFill>
                  <a:srgbClr val="FFFFFF"/>
                </a:solidFill>
              </a:rPr>
              <a:t>전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세계</a:t>
            </a:r>
            <a:r>
              <a:rPr sz="1900" b="0" dirty="0">
                <a:solidFill>
                  <a:srgbClr val="FFFFFF"/>
                </a:solidFill>
              </a:rPr>
              <a:t> AI </a:t>
            </a:r>
            <a:r>
              <a:rPr sz="1900" b="0" dirty="0" err="1">
                <a:solidFill>
                  <a:srgbClr val="FFFFFF"/>
                </a:solidFill>
              </a:rPr>
              <a:t>연구자들이</a:t>
            </a:r>
            <a:r>
              <a:rPr sz="1900" b="0" dirty="0">
                <a:solidFill>
                  <a:srgbClr val="FFFFFF"/>
                </a:solidFill>
              </a:rPr>
              <a:t> '</a:t>
            </a:r>
            <a:r>
              <a:rPr sz="1900" b="0" dirty="0" err="1">
                <a:solidFill>
                  <a:srgbClr val="FFFFFF"/>
                </a:solidFill>
              </a:rPr>
              <a:t>좋아요'를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누른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논문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순위</a:t>
            </a:r>
            <a:endParaRPr lang="en-US" sz="1900" b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296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29660"/>
            <a:ext cx="89611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 err="1">
                <a:solidFill>
                  <a:srgbClr val="FFFFFF"/>
                </a:solidFill>
              </a:rPr>
              <a:t>오늘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가장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주목받는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논문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상위</a:t>
            </a:r>
            <a:r>
              <a:rPr sz="1900" b="0" dirty="0">
                <a:solidFill>
                  <a:srgbClr val="FFFFFF"/>
                </a:solidFill>
              </a:rPr>
              <a:t> 3편 </a:t>
            </a:r>
            <a:r>
              <a:rPr sz="1900" b="0" dirty="0" err="1">
                <a:solidFill>
                  <a:srgbClr val="FFFFFF"/>
                </a:solidFill>
              </a:rPr>
              <a:t>자동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선정</a:t>
            </a:r>
            <a:endParaRPr lang="en-US" sz="1900" b="0" dirty="0">
              <a:solidFill>
                <a:srgbClr val="FFFFFF"/>
              </a:solidFill>
            </a:endParaRPr>
          </a:p>
          <a:p>
            <a:r>
              <a:rPr lang="en-US" altLang="ko-KR" sz="1900" dirty="0">
                <a:solidFill>
                  <a:srgbClr val="FFFFFF"/>
                </a:solidFill>
              </a:rPr>
              <a:t>(</a:t>
            </a:r>
            <a:r>
              <a:rPr lang="en-US" altLang="ko-KR" sz="1900" dirty="0" err="1">
                <a:solidFill>
                  <a:srgbClr val="FFFFFF"/>
                </a:solidFill>
              </a:rPr>
              <a:t>arxiv</a:t>
            </a:r>
            <a:r>
              <a:rPr lang="en-US" altLang="ko-KR" sz="1900" dirty="0">
                <a:solidFill>
                  <a:srgbClr val="FFFFFF"/>
                </a:solidFill>
              </a:rPr>
              <a:t> ID </a:t>
            </a:r>
            <a:r>
              <a:rPr lang="ko-KR" altLang="en-US" sz="1900" dirty="0">
                <a:solidFill>
                  <a:srgbClr val="FFFFFF"/>
                </a:solidFill>
              </a:rPr>
              <a:t>획득</a:t>
            </a:r>
            <a:r>
              <a:rPr lang="en-US" altLang="ko-KR" sz="1900" dirty="0">
                <a:solidFill>
                  <a:srgbClr val="FFFFFF"/>
                </a:solidFill>
              </a:rPr>
              <a:t>)</a:t>
            </a:r>
            <a:endParaRPr lang="ko-KR" altLang="en-US" sz="190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C3F7"/>
                </a:solidFill>
              </a:rPr>
              <a:t>💡 쉽게 말하면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마치 유튜브 인기 급상승 영상처럼, 오늘 AI 커뮤니티가 가장 주목한 논문을 뽑아준다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1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1E6D9"/>
                </a:solidFill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📖  논문 전문 가져오기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008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E6D9"/>
                </a:solidFill>
              </a:rPr>
              <a:t>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008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Jina Reader — r.jina.ai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152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E6D9"/>
                </a:solidFill>
              </a:rPr>
              <a:t>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152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arxiv PDF 링크를 넣으면 읽기 쉬운 텍스트로 변환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296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E6D9"/>
                </a:solidFill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296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AI가 읽을 수 있는 형태로 논문 전문 준비 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C3F7"/>
                </a:solidFill>
              </a:rPr>
              <a:t>💡 쉽게 말하면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마치 번역 앱이 사진 속 글자를 읽어주듯, PDF 논문을 텍스트로 바꿔준다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754"/>
                </a:solidFill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🤖  AI가 리뷰를 써준다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008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54"/>
                </a:solidFill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008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GitHub Models — gpt-4o-mini (완전 무료!)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152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54"/>
                </a:solidFill>
              </a:rP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152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논문 제목 + 저자 + 초록 + 전문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132588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296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54"/>
                </a:solidFill>
              </a:rPr>
              <a:t>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29660"/>
            <a:ext cx="89611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FFFFF"/>
                </a:solidFill>
              </a:rPr>
              <a:t>6개 </a:t>
            </a:r>
            <a:r>
              <a:rPr sz="1900" b="0" dirty="0" err="1">
                <a:solidFill>
                  <a:srgbClr val="FFFFFF"/>
                </a:solidFill>
              </a:rPr>
              <a:t>섹션으로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구성된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한국어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리뷰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문서</a:t>
            </a:r>
            <a:endParaRPr lang="en-US" sz="1900" b="0" dirty="0">
              <a:solidFill>
                <a:srgbClr val="FFFFFF"/>
              </a:solidFill>
            </a:endParaRPr>
          </a:p>
          <a:p>
            <a:pPr algn="l"/>
            <a:endParaRPr lang="en-US" sz="1900" b="0" dirty="0">
              <a:solidFill>
                <a:srgbClr val="FFFFFF"/>
              </a:solidFill>
            </a:endParaRPr>
          </a:p>
          <a:p>
            <a:pPr algn="l"/>
            <a:r>
              <a:rPr lang="en-US" altLang="ko-KR" sz="1900" dirty="0">
                <a:solidFill>
                  <a:srgbClr val="FFFFFF"/>
                </a:solidFill>
              </a:rPr>
              <a:t>(</a:t>
            </a:r>
            <a:r>
              <a:rPr lang="ko-KR" altLang="en-US" sz="1900" dirty="0">
                <a:solidFill>
                  <a:srgbClr val="FFFFFF"/>
                </a:solidFill>
              </a:rPr>
              <a:t>논문개요</a:t>
            </a:r>
            <a:r>
              <a:rPr lang="en-US" altLang="ko-KR" sz="1900" dirty="0">
                <a:solidFill>
                  <a:srgbClr val="FFFFFF"/>
                </a:solidFill>
              </a:rPr>
              <a:t>,</a:t>
            </a:r>
            <a:r>
              <a:rPr lang="ko-KR" altLang="en-US" sz="1900" dirty="0">
                <a:solidFill>
                  <a:srgbClr val="FFFFFF"/>
                </a:solidFill>
              </a:rPr>
              <a:t> 작동 구조 및 원리</a:t>
            </a:r>
            <a:r>
              <a:rPr lang="en-US" altLang="ko-KR" sz="1900" dirty="0">
                <a:solidFill>
                  <a:srgbClr val="FFFFFF"/>
                </a:solidFill>
              </a:rPr>
              <a:t>,</a:t>
            </a:r>
            <a:r>
              <a:rPr lang="ko-KR" altLang="en-US" sz="1900" dirty="0">
                <a:solidFill>
                  <a:srgbClr val="FFFFFF"/>
                </a:solidFill>
              </a:rPr>
              <a:t> 핵심 기여 및 </a:t>
            </a:r>
            <a:r>
              <a:rPr lang="en-US" altLang="ko-KR" sz="1900" dirty="0">
                <a:solidFill>
                  <a:srgbClr val="FFFFFF"/>
                </a:solidFill>
              </a:rPr>
              <a:t>novelty, </a:t>
            </a:r>
            <a:r>
              <a:rPr lang="ko-KR" altLang="en-US" sz="1900" dirty="0">
                <a:solidFill>
                  <a:srgbClr val="FFFFFF"/>
                </a:solidFill>
              </a:rPr>
              <a:t>유사 개념</a:t>
            </a:r>
            <a:r>
              <a:rPr lang="en-US" altLang="ko-KR" sz="1900" dirty="0">
                <a:solidFill>
                  <a:srgbClr val="FFFFFF"/>
                </a:solidFill>
              </a:rPr>
              <a:t>/</a:t>
            </a:r>
            <a:r>
              <a:rPr lang="ko-KR" altLang="en-US" sz="1900" dirty="0">
                <a:solidFill>
                  <a:srgbClr val="FFFFFF"/>
                </a:solidFill>
              </a:rPr>
              <a:t>방법론 비교</a:t>
            </a:r>
            <a:r>
              <a:rPr lang="en-US" altLang="ko-KR" sz="1900" dirty="0">
                <a:solidFill>
                  <a:srgbClr val="FFFFFF"/>
                </a:solidFill>
              </a:rPr>
              <a:t>,</a:t>
            </a:r>
            <a:r>
              <a:rPr lang="ko-KR" altLang="en-US" sz="1900" dirty="0">
                <a:solidFill>
                  <a:srgbClr val="FFFFFF"/>
                </a:solidFill>
              </a:rPr>
              <a:t> 논문의 한계점</a:t>
            </a:r>
            <a:r>
              <a:rPr lang="en-US" altLang="ko-KR" sz="1900" dirty="0">
                <a:solidFill>
                  <a:srgbClr val="FFFFFF"/>
                </a:solidFill>
              </a:rPr>
              <a:t>,</a:t>
            </a:r>
            <a:r>
              <a:rPr lang="ko-KR" altLang="en-US" sz="1900" dirty="0">
                <a:solidFill>
                  <a:srgbClr val="FFFFFF"/>
                </a:solidFill>
              </a:rPr>
              <a:t> 종합평가</a:t>
            </a:r>
            <a:r>
              <a:rPr lang="en-US" altLang="ko-KR" sz="1900" dirty="0">
                <a:solidFill>
                  <a:srgbClr val="FFFFFF"/>
                </a:solidFill>
              </a:rPr>
              <a:t>)</a:t>
            </a:r>
            <a:endParaRPr sz="1900" b="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C3F7"/>
                </a:solidFill>
              </a:rPr>
              <a:t>💡 쉽게 말하면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마치 똑똑한 친구가 어려운 책을 읽고 쉽게 요약해주는 것처럼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C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8B5E"/>
                </a:solidFill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📧  이메일 자동 발송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008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8B5E"/>
                </a:solidFill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008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FFFFF"/>
                </a:solidFill>
              </a:rPr>
              <a:t>Gmail SMTP SSL (</a:t>
            </a:r>
            <a:r>
              <a:rPr sz="1900" b="0" dirty="0" err="1">
                <a:solidFill>
                  <a:srgbClr val="FFFFFF"/>
                </a:solidFill>
              </a:rPr>
              <a:t>포트</a:t>
            </a:r>
            <a:r>
              <a:rPr sz="1900" b="0" dirty="0">
                <a:solidFill>
                  <a:srgbClr val="FFFFFF"/>
                </a:solidFill>
              </a:rPr>
              <a:t> 465) — </a:t>
            </a:r>
            <a:r>
              <a:rPr sz="1900" b="0" dirty="0" err="1">
                <a:solidFill>
                  <a:srgbClr val="FFFFFF"/>
                </a:solidFill>
              </a:rPr>
              <a:t>안전한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암호화</a:t>
            </a:r>
            <a:r>
              <a:rPr sz="1900" b="0" dirty="0">
                <a:solidFill>
                  <a:srgbClr val="FFFFFF"/>
                </a:solidFill>
              </a:rPr>
              <a:t> </a:t>
            </a:r>
            <a:r>
              <a:rPr sz="1900" b="0" dirty="0" err="1">
                <a:solidFill>
                  <a:srgbClr val="FFFFFF"/>
                </a:solidFill>
              </a:rPr>
              <a:t>전송</a:t>
            </a:r>
            <a:endParaRPr sz="1900" b="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152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8B5E"/>
                </a:solidFill>
              </a:rPr>
              <a:t>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152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논문 3편 리뷰를 하나의 이메일로 합산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296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C8B5E"/>
                </a:solidFill>
              </a:rPr>
              <a:t>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296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매일 오전 9시 (KST) 자동 발송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C3F7"/>
                </a:solidFill>
              </a:rPr>
              <a:t>💡 쉽게 말하면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설정 한 번이면 매일 아침 자동으로 신문처럼 배달된다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754"/>
                </a:solidFill>
              </a:rPr>
              <a:t>⚙️ 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GitHub Actions — 내 컴퓨터가 꺼져 있어도 동작!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C3F7"/>
                </a:solidFill>
              </a:rPr>
              <a:t>설정 파일 (daily_review.yml)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1E6D9"/>
                </a:solidFill>
              </a:rPr>
              <a:t>on:
  schedule:
    - cron: '0 0 * * *'
  workflow_dispatch:
jobs:
  send-daily-review:
    permissions:
      models: read
    steps:
      - run: python daily_review.py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54"/>
                </a:solidFill>
              </a:rPr>
              <a:t>필요한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21208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3495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54"/>
                </a:solidFill>
              </a:rPr>
              <a:t>✅ GMAIL_USER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67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발신 Gmail 주소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00400"/>
            <a:ext cx="521208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2639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54"/>
                </a:solidFill>
              </a:rPr>
              <a:t>✅ GMAIL_APP_PASSWORD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81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Gmail 앱 비밀번호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1783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54"/>
                </a:solidFill>
              </a:rPr>
              <a:t>🎁 GITHUB_TOKEN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95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</a:rPr>
              <a:t>자동 제공! 등록 불필요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기술 스택 &amp;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46888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1B2A"/>
                </a:solidFill>
              </a:rPr>
              <a:t>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585216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120700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1B2A"/>
                </a:solidFill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188720"/>
            <a:ext cx="201168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12070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1B2A"/>
                </a:solidFill>
              </a:rPr>
              <a:t>비용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521440" cy="80467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93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논문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93240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HuggingFace Daily Papers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9324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54"/>
                </a:solidFill>
              </a:rPr>
              <a:t>무료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1152144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61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전문 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61920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Jina Reader (r.jina.ai)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619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54"/>
                </a:solidFill>
              </a:rPr>
              <a:t>무료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11521440" cy="80467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306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AI 리뷰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30600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GitHub Models (gpt-4o-mini)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06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54"/>
                </a:solidFill>
              </a:rPr>
              <a:t>무료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1152144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399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이메일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399280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Gmail SMTP 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3992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54"/>
                </a:solidFill>
              </a:rPr>
              <a:t>무료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11521440" cy="80467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2679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267960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2679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754"/>
                </a:solidFill>
              </a:rPr>
              <a:t>무료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54"/>
                </a:solidFill>
              </a:rPr>
              <a:t>💰  총 비용: 0원  (GitHub 계정 + Gmail만 있으면 OK!)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이 프로젝트가 해결하는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749808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447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47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매일 최신 AI 트렌드를 5분 안에 파악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418320" cy="749808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362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62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어려운 논문을 쉬운 언어로 이해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9418320" cy="749808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276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76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완전 자동화 — 한 번 설정하면 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9418320" cy="749808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4191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191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비용 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0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C3F7"/>
                </a:solidFill>
              </a:rPr>
              <a:t>"AI가 AI 논문을 읽고, 사람이 이해할 수 있게 설명해준다"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GitHub: heezzing/Today_research_paper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606</Words>
  <Application>Microsoft Macintosh PowerPoint</Application>
  <PresentationFormat>사용자 지정</PresentationFormat>
  <Paragraphs>126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김희경</cp:lastModifiedBy>
  <cp:revision>2</cp:revision>
  <dcterms:created xsi:type="dcterms:W3CDTF">2013-01-27T09:14:16Z</dcterms:created>
  <dcterms:modified xsi:type="dcterms:W3CDTF">2026-04-20T07:37:58Z</dcterms:modified>
  <cp:category/>
</cp:coreProperties>
</file>